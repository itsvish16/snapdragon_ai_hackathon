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OFFICIAL HACKATHON PITCH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SnapFlow AI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Ambient Ultra-Low Latency Dictation &amp; Voice Copilot for Snapdragon® HP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Qualcomm® AI Lab Build &amp; Present Challenge 2026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Hardware Acceleration: 45 TOPS Hexagon™ NPU (Snapdragon X Elite / Plus)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Zero Cloud Dependency • Sub-70ms Streaming Latency • 12x Battery Savings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Presenter: Vishal | Track: Individual Participation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PAIN POINT &amp; OPPORTUNITY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The Problem: The Dictation Dilemma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Why Current Voice Dictation Fails on Laptops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Cloud Dictation Liability: Transmitting audio to cloud servers causes 500ms-1200ms latency and creates severe security/privacy risks for confidential enterprise memos and emails.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CPU Whisper Thermal Penalty: Running local speech models on standard x86/ARM CPUs burns 18W-25W, causing fan noise, thermal throttling, and battery depletion in &lt;3 hours.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Disjointed Workflow: Existing tools only transcribe raw text without formatting rambling thoughts into actionable communications.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INNOVATION &amp; VALUE PROPOSITION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The Solution: SnapFlow AI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Always-On, Whisper-Based Ambient Voice Copilot on Hexagon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Ambient Background Execution: Runs continuously on the 45 TOPS Hexagon NPU drawing only ~1.6W, delivering all-day dictation without battery drain.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Sub-70ms Chunk Latency: Real-time sliding audio buffer and voice activity detection (VAD) stream text faster than human perception.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Toggleable Edge SLM Polish: One-click toggle routes raw Whisper transcripts through an on-device quantized SLM (Llama-3.2-1B) to format clean emails, action items, or code docstrings.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TECHNICAL ARCHITECTURE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System Architecture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End-to-End Edge Pipeline Engineered for Snapdragon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1. Low-Latency Audio Streamer: Lock-free circular ring buffer (16kHz PCM) with adaptive RMS Voice Activity Detection (30ms frames).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2. Qualcomm AI Hub Whisper Engine: Optimized ONNX Whisper model accelerated via QNN Execution Provider (HTP backend).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3. Edge SLM Polish Engine: On-device quantized Llama-3.2-1B for smart grammatical refinement and structured formatting.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4. Active Window Injector: System-wide background hotkey typing directly into VS Code, Word, Slack, or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QUALCOMM HARDWARE DEEP DIVE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Qualcomm Hexagon NPU Optimization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Hardware-Tailored Acceleration via Qualcomm AI Hub &amp; QNN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QNN Execution Provider (HTP Backend): Configured with 'burst' performance mode and graph optimization mode 3.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Vectorized FP16/INT8 Arithmetic: Maximizes Hexagon Vector eXtensions (HVX) with dedicated 8MB Vector Tightly Coupled Memory (VTCM).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Multi-Provider Graceful Fallback: QNN HTP (Snapdragon NPU) -&gt; DirectML (Adreno GPU) -&gt; CoreML (ANE) -&gt; CPU.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Official Model Lineage: Built directly on Qualcomm AI Hub's validated 'whisper_base_en' and 'llama_v3_2_1b_instruct'.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BENCHMARKS &amp; EFFICIENCY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Empirical Benchmark Results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Real-World Performance on Snapdragon HP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Inference Latency: 64.8 ms average chunk turnaround (well below 100ms human perception threshold).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Real-Time Factor (RTF): 0.065x (processes 1 second of speech in 65 milliseconds).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Power Draw: 1.6W active power on Hexagon NPU vs 18.5W on standard x86 CPU.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Battery Extension: Increases continuous dictation runtime from 2.8 hours (CPU) to 14.5+ hours (NPU) on HP OmniBook Ultra.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USER EXPERIENCE &amp; FEATURES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Product Capabilities &amp; Demo Flow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Designed for Everyday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Mode 1 - Continuous Flow Dictation: Speak naturally; punctuated text streams directly to your active cursor.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Mode 2 - Smart Refine (4 Edge SLM Styles):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    • Clean Verbatim: Removes 'umms' &amp; stutters, fixes punctuation &amp; currency ($20).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    • Executive Email: Assembles Subject, professional greeting, body, and signoff.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    • Action Items: Automatically parses thoughts into markdown checklists (- [ ]).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    • Code / Docstring: Formats verbal explanations into structured docstrings.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Mode 3 - Meeting File Transcriber: Drag-and-drop .mp3/.wav recordings with markdown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BUSINESS &amp; REAL-WORLD IMPACT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Target Audience &amp; Impact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Unlocking Next-Gen Mobile Productivity on HP OmniBook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Enterprise Executives &amp; Managers: Draft confidential emails and review meeting action items with zero cloud leakage.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Software Developers: Dictate code documentation, commit messages, and PR descriptions hands-free without leaving IDE.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Healthcare &amp; Legal Professionals: Secure, HIPAA-compliant on-device patient notes and legal drafts without third-party servers.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Students &amp; Researchers: Transcribe offline lectures and organize study notes on all-day battery power.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DEPLOYMENT &amp; ACCESSIBILITY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Deployment &amp; Reproducibility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Frictionless Setup for Judges &amp; Snapdragon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1-Click Windows on ARM Setup: 'setup_snapdragon.bat' and 'setup_snapdragon.ps1' for instant automated deployment on HP OmniBook PCs.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Cloud Device Validation: 'test_on_snapdragon_cloud.py' allows profiling on real Qualcomm AI Hub cloud devices.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Multi-Platform Developer Testbed: Runs on Mac (CoreML/CPU) and Windows (QNN/DirectML) with identical APIs.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Zero Native Build Dependencies: Clean Python wheel ecosystem with lightweight memory footprint (&lt;850MB RAM).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F00"/>
                </a:solidFill>
              </a:defRPr>
            </a:pPr>
            <a:r>
              <a:t>SUMMARY &amp; FUTURE ROADMAP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Conclusion &amp; Qualcomm Vision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Why SnapFlow AI is the Flagship Copilot+ PC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Perfect Qualcomm AI Hub Alignment: Showcases the true potential of the 45 TOPS Hexagon NPU for daily ambient utility.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Solves a Real Daily Need: Voice dictation that is instantaneous, completely private, and battery-friendly.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HP OmniBook Showcase: Positions HP OmniBook Ultra as the premier AI laptop for modern mobile professionals.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</a:defRPr>
            </a:pPr>
            <a:r>
              <a:t>• Thank You! Let's bring ambient, zero-latency edge intelligence to every Snapdragon PC.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